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A7AF-1A85-4B2F-BB9A-97F9BA8B8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B5BA1-2FA0-4DB6-9B40-5AC86236D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8915E-B5AA-4C18-8BD3-98943A3D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EBA37-E661-47C1-BBED-086C5472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9C770-BD50-472C-B143-70FBA062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209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823E-F1F9-4DD7-AD35-41F1691E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6E0F1-F9D4-4D06-B18B-6B76EFBA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F80AA-097C-4221-A805-7E0728E0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8246E-77C1-4860-9EB6-E1375C5F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A6689-815F-452B-94B6-29728020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106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A8F8-4807-4F25-A0DD-66FBE619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B9334-4B05-4585-A06F-0D489209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02B93-81F9-4B5B-B442-50A3BBB4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F38D9-B55F-4444-9028-9C6D5898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464DC-6380-47DA-9835-8AFE55CC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88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5DC2-C62C-465F-8417-D68CB02F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D8C2E-613B-4EBE-9D7C-DA6A9CDFC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798B8-E591-4FC5-A437-36BE89F1C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6D683-5C97-4DD4-9115-422E7D35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46399-0F2A-42F4-973D-BACF38DD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CC292-B9CC-4E10-BDAB-1086A95B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080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A8AC-8217-4535-A681-43C973D0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5CDD0-0BA2-4F9B-BCC8-0741A424E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784CE-7221-4538-9313-71B69DA76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9D1FC-67F1-4CE6-B73E-6DC219CCE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C657B-B442-4C99-B96D-7711682C7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9ECE3-EBD0-4892-B148-4E927618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B7996-0701-4325-9DA4-AF8AEA71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2F91E-8897-40EC-BC2E-302930A3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6555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9C14-DDAD-43FE-9E7A-9B329BC0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B6FDD-6E97-446A-85F9-AAC26442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CCC1D-F936-4C97-8A4B-54AF7E4FD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FEBF8-577A-4520-8AAF-2762FA02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174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94B8A-DE34-43D5-ACED-4A24D409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9AC5F-CB7B-4247-A341-D4738B10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D98E8-6E44-4731-A09E-145D3679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261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47C3-A60E-46C8-A2D0-6A41A63C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D864-D928-40B6-B377-882F9618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83E00-ACBF-49FD-BA15-148D470D4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EF2A-E119-41BE-85F8-4D5F5E3C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2F6CF-3027-4A57-AD05-33AE0190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8DD1E-320E-4889-B27A-2A012F68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627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0C9F-FF8C-4FC7-BE8D-004485FB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CAAB9-C1B7-4EC4-9EC9-7619673C6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42FF4-C480-4464-A483-34F41644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83187-687B-4BBC-9B4D-7125680C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6491D-B987-4E43-A646-F31BE6CA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F0D92-B86F-4CA9-95BB-9E9B65A1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885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D11B-2ED9-42FF-B48C-668F2106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4314E-84D5-4C29-A788-475C1E03B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E5FFE-7A5E-4A9C-A33B-1E5A1D28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5B2BD-C7CA-4B71-9359-C423F2D2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9EC7D-3E07-4E0D-964D-B894A9F8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313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0582B-C932-4404-83A8-F0AEFA8C7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B0E76-8611-4B69-A3E9-6F1560B8A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71F07-9BD3-4511-B93B-05CE18B9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519DC-29B7-4754-8B7E-4D781E10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F375C-F613-4F83-BB20-F7E48CD3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290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6AE75C-1013-4E10-A600-5D93B2C23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F68E1-1B42-4AAD-8E81-3381A4EA0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7C95-F5F4-42B8-B08A-429E88115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933D4-FAE1-4C3B-B8D8-C68C20853B8B}" type="datetimeFigureOut">
              <a:rPr lang="en-SG" smtClean="0"/>
              <a:t>31/7/2021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84A4-4B39-4C5B-8AFC-E97A01EF2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84BB7-0D6F-4771-824D-ED95188F3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C486D-F13A-4A9A-B75E-AF6065459B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1961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24E15FB2-7656-45A1-98BE-285DA8FE5D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" t="7362" r="59575" b="12084"/>
          <a:stretch/>
        </p:blipFill>
        <p:spPr>
          <a:xfrm>
            <a:off x="-24680" y="-1"/>
            <a:ext cx="12216680" cy="684990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0FD8AA-9634-481F-B889-0518D37366F1}"/>
              </a:ext>
            </a:extLst>
          </p:cNvPr>
          <p:cNvCxnSpPr>
            <a:cxnSpLocks/>
          </p:cNvCxnSpPr>
          <p:nvPr/>
        </p:nvCxnSpPr>
        <p:spPr>
          <a:xfrm>
            <a:off x="4063621" y="5661248"/>
            <a:ext cx="13681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030C66-060F-4401-A763-598C752AE9E9}"/>
              </a:ext>
            </a:extLst>
          </p:cNvPr>
          <p:cNvCxnSpPr>
            <a:cxnSpLocks/>
          </p:cNvCxnSpPr>
          <p:nvPr/>
        </p:nvCxnSpPr>
        <p:spPr>
          <a:xfrm>
            <a:off x="5447928" y="5661248"/>
            <a:ext cx="136815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98B938-9A25-4188-834E-8D2DD6F81C37}"/>
              </a:ext>
            </a:extLst>
          </p:cNvPr>
          <p:cNvCxnSpPr>
            <a:cxnSpLocks/>
          </p:cNvCxnSpPr>
          <p:nvPr/>
        </p:nvCxnSpPr>
        <p:spPr>
          <a:xfrm flipH="1" flipV="1">
            <a:off x="5431773" y="8094"/>
            <a:ext cx="9617" cy="65892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F33A1E-CE45-40A0-B90E-D084E72EF9FF}"/>
              </a:ext>
            </a:extLst>
          </p:cNvPr>
          <p:cNvCxnSpPr>
            <a:cxnSpLocks/>
          </p:cNvCxnSpPr>
          <p:nvPr/>
        </p:nvCxnSpPr>
        <p:spPr>
          <a:xfrm>
            <a:off x="9502879" y="5685031"/>
            <a:ext cx="13681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98AED9-4D26-4ABE-89A5-B98F6F4CC555}"/>
              </a:ext>
            </a:extLst>
          </p:cNvPr>
          <p:cNvCxnSpPr>
            <a:cxnSpLocks/>
          </p:cNvCxnSpPr>
          <p:nvPr/>
        </p:nvCxnSpPr>
        <p:spPr>
          <a:xfrm flipH="1" flipV="1">
            <a:off x="10871031" y="31877"/>
            <a:ext cx="9617" cy="65892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1D1DB3-DE93-4822-91FC-A86E196EFD7F}"/>
              </a:ext>
            </a:extLst>
          </p:cNvPr>
          <p:cNvSpPr txBox="1"/>
          <p:nvPr/>
        </p:nvSpPr>
        <p:spPr>
          <a:xfrm>
            <a:off x="5200236" y="65160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300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9C221E-86F5-4FC1-9D1E-8CDAB8F8FC42}"/>
              </a:ext>
            </a:extLst>
          </p:cNvPr>
          <p:cNvSpPr txBox="1"/>
          <p:nvPr/>
        </p:nvSpPr>
        <p:spPr>
          <a:xfrm>
            <a:off x="-24680" y="4293096"/>
            <a:ext cx="303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 err="1"/>
              <a:t>Eksma</a:t>
            </a:r>
            <a:r>
              <a:rPr lang="en-SG" b="1" dirty="0"/>
              <a:t> UV Al protected mirror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FF93E4-626D-46C6-A014-89FE73ADC90C}"/>
              </a:ext>
            </a:extLst>
          </p:cNvPr>
          <p:cNvCxnSpPr>
            <a:cxnSpLocks/>
          </p:cNvCxnSpPr>
          <p:nvPr/>
        </p:nvCxnSpPr>
        <p:spPr>
          <a:xfrm flipH="1">
            <a:off x="1199457" y="678648"/>
            <a:ext cx="582268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1B842D-1FAC-48C2-A1FE-61FE482C606D}"/>
              </a:ext>
            </a:extLst>
          </p:cNvPr>
          <p:cNvCxnSpPr>
            <a:cxnSpLocks/>
          </p:cNvCxnSpPr>
          <p:nvPr/>
        </p:nvCxnSpPr>
        <p:spPr>
          <a:xfrm>
            <a:off x="4063621" y="5445224"/>
            <a:ext cx="6840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8B10B5-9BD8-474C-91CD-E9304EAEB626}"/>
              </a:ext>
            </a:extLst>
          </p:cNvPr>
          <p:cNvCxnSpPr>
            <a:cxnSpLocks/>
          </p:cNvCxnSpPr>
          <p:nvPr/>
        </p:nvCxnSpPr>
        <p:spPr>
          <a:xfrm flipH="1" flipV="1">
            <a:off x="4741159" y="-35262"/>
            <a:ext cx="9617" cy="65892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07DE3AF-B514-4D51-8096-D495D220445C}"/>
              </a:ext>
            </a:extLst>
          </p:cNvPr>
          <p:cNvSpPr txBox="1"/>
          <p:nvPr/>
        </p:nvSpPr>
        <p:spPr>
          <a:xfrm>
            <a:off x="4479835" y="649831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250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948A8D-B4D1-457C-A537-EE8AF68C3F46}"/>
              </a:ext>
            </a:extLst>
          </p:cNvPr>
          <p:cNvCxnSpPr>
            <a:cxnSpLocks/>
          </p:cNvCxnSpPr>
          <p:nvPr/>
        </p:nvCxnSpPr>
        <p:spPr>
          <a:xfrm flipH="1">
            <a:off x="839416" y="2276872"/>
            <a:ext cx="56166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B340CF-5858-441A-8F93-3BA2DB54259D}"/>
              </a:ext>
            </a:extLst>
          </p:cNvPr>
          <p:cNvCxnSpPr>
            <a:cxnSpLocks/>
          </p:cNvCxnSpPr>
          <p:nvPr/>
        </p:nvCxnSpPr>
        <p:spPr>
          <a:xfrm flipH="1">
            <a:off x="1199457" y="718348"/>
            <a:ext cx="979308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6402B0-679C-4AD9-8ED3-8BC4488359F9}"/>
              </a:ext>
            </a:extLst>
          </p:cNvPr>
          <p:cNvCxnSpPr>
            <a:cxnSpLocks/>
          </p:cNvCxnSpPr>
          <p:nvPr/>
        </p:nvCxnSpPr>
        <p:spPr>
          <a:xfrm flipH="1" flipV="1">
            <a:off x="6786466" y="-35479"/>
            <a:ext cx="9617" cy="65892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5AF282-F607-499B-BF02-49EE3B0ABDBC}"/>
              </a:ext>
            </a:extLst>
          </p:cNvPr>
          <p:cNvCxnSpPr>
            <a:cxnSpLocks/>
          </p:cNvCxnSpPr>
          <p:nvPr/>
        </p:nvCxnSpPr>
        <p:spPr>
          <a:xfrm>
            <a:off x="1131744" y="1284860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40BAC6-EB29-46D6-97CD-D48ACD67B600}"/>
              </a:ext>
            </a:extLst>
          </p:cNvPr>
          <p:cNvCxnSpPr>
            <a:cxnSpLocks/>
          </p:cNvCxnSpPr>
          <p:nvPr/>
        </p:nvCxnSpPr>
        <p:spPr>
          <a:xfrm>
            <a:off x="1131744" y="18864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E73A8F-7B34-4085-80D1-B52C0CC2F2D3}"/>
              </a:ext>
            </a:extLst>
          </p:cNvPr>
          <p:cNvCxnSpPr>
            <a:cxnSpLocks/>
          </p:cNvCxnSpPr>
          <p:nvPr/>
        </p:nvCxnSpPr>
        <p:spPr>
          <a:xfrm flipV="1">
            <a:off x="1343472" y="647163"/>
            <a:ext cx="0" cy="6376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F1DCB2B-14E8-4B05-A67A-2F2AA947DB5B}"/>
              </a:ext>
            </a:extLst>
          </p:cNvPr>
          <p:cNvCxnSpPr>
            <a:cxnSpLocks/>
          </p:cNvCxnSpPr>
          <p:nvPr/>
        </p:nvCxnSpPr>
        <p:spPr>
          <a:xfrm flipV="1">
            <a:off x="1378470" y="331150"/>
            <a:ext cx="0" cy="3202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4C52FC7-28C4-4C1C-BA71-D8DC29761C29}"/>
              </a:ext>
            </a:extLst>
          </p:cNvPr>
          <p:cNvCxnSpPr>
            <a:cxnSpLocks/>
          </p:cNvCxnSpPr>
          <p:nvPr/>
        </p:nvCxnSpPr>
        <p:spPr>
          <a:xfrm flipV="1">
            <a:off x="1396731" y="18864"/>
            <a:ext cx="0" cy="3202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680D5AF-B3F1-4885-9CDD-27DBA1D2BDA5}"/>
              </a:ext>
            </a:extLst>
          </p:cNvPr>
          <p:cNvCxnSpPr>
            <a:cxnSpLocks/>
          </p:cNvCxnSpPr>
          <p:nvPr/>
        </p:nvCxnSpPr>
        <p:spPr>
          <a:xfrm>
            <a:off x="1211565" y="330804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F2DDE54-02B2-4DE1-A975-8673B945FC4E}"/>
              </a:ext>
            </a:extLst>
          </p:cNvPr>
          <p:cNvCxnSpPr>
            <a:cxnSpLocks/>
          </p:cNvCxnSpPr>
          <p:nvPr/>
        </p:nvCxnSpPr>
        <p:spPr>
          <a:xfrm>
            <a:off x="1131744" y="1927950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FD09CDF-163F-4472-A1E7-C1485AF7CC93}"/>
              </a:ext>
            </a:extLst>
          </p:cNvPr>
          <p:cNvCxnSpPr>
            <a:cxnSpLocks/>
          </p:cNvCxnSpPr>
          <p:nvPr/>
        </p:nvCxnSpPr>
        <p:spPr>
          <a:xfrm>
            <a:off x="1211565" y="1607650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5B9A685-7480-4958-921E-1E33C8D2E414}"/>
              </a:ext>
            </a:extLst>
          </p:cNvPr>
          <p:cNvCxnSpPr>
            <a:cxnSpLocks/>
          </p:cNvCxnSpPr>
          <p:nvPr/>
        </p:nvCxnSpPr>
        <p:spPr>
          <a:xfrm>
            <a:off x="1228653" y="2246784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47631C-661B-4A12-A7F0-A2D200519793}"/>
              </a:ext>
            </a:extLst>
          </p:cNvPr>
          <p:cNvCxnSpPr>
            <a:cxnSpLocks/>
          </p:cNvCxnSpPr>
          <p:nvPr/>
        </p:nvCxnSpPr>
        <p:spPr>
          <a:xfrm flipV="1">
            <a:off x="1228653" y="1286996"/>
            <a:ext cx="0" cy="3202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2A23328-81BE-470E-B50B-CFAC65A4EC71}"/>
              </a:ext>
            </a:extLst>
          </p:cNvPr>
          <p:cNvCxnSpPr>
            <a:cxnSpLocks/>
          </p:cNvCxnSpPr>
          <p:nvPr/>
        </p:nvCxnSpPr>
        <p:spPr>
          <a:xfrm>
            <a:off x="1131744" y="2606018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7DC1B7D-D44B-45D8-848C-9BABE8C533DE}"/>
              </a:ext>
            </a:extLst>
          </p:cNvPr>
          <p:cNvCxnSpPr>
            <a:cxnSpLocks/>
          </p:cNvCxnSpPr>
          <p:nvPr/>
        </p:nvCxnSpPr>
        <p:spPr>
          <a:xfrm rot="16200000">
            <a:off x="3931714" y="6465445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56356E2-17CF-4693-9AA9-CCCC3ADD0739}"/>
              </a:ext>
            </a:extLst>
          </p:cNvPr>
          <p:cNvCxnSpPr>
            <a:cxnSpLocks/>
          </p:cNvCxnSpPr>
          <p:nvPr/>
        </p:nvCxnSpPr>
        <p:spPr>
          <a:xfrm rot="16200000">
            <a:off x="6664176" y="6489228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BC5DE2D-197F-4B0A-8CD2-4641E0EBF0EB}"/>
              </a:ext>
            </a:extLst>
          </p:cNvPr>
          <p:cNvCxnSpPr>
            <a:cxnSpLocks/>
          </p:cNvCxnSpPr>
          <p:nvPr/>
        </p:nvCxnSpPr>
        <p:spPr>
          <a:xfrm rot="16200000">
            <a:off x="4345380" y="6420253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8E00804-63E3-4457-860E-91BD52F4A589}"/>
              </a:ext>
            </a:extLst>
          </p:cNvPr>
          <p:cNvCxnSpPr>
            <a:cxnSpLocks/>
          </p:cNvCxnSpPr>
          <p:nvPr/>
        </p:nvCxnSpPr>
        <p:spPr>
          <a:xfrm rot="16200000">
            <a:off x="5849877" y="6420252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664FB0B-AF06-4F8B-A59C-95DC90411073}"/>
              </a:ext>
            </a:extLst>
          </p:cNvPr>
          <p:cNvSpPr txBox="1"/>
          <p:nvPr/>
        </p:nvSpPr>
        <p:spPr>
          <a:xfrm>
            <a:off x="4245364" y="6471610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230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33D0FA-5E20-4117-B2B5-604C46FF54D4}"/>
              </a:ext>
            </a:extLst>
          </p:cNvPr>
          <p:cNvSpPr txBox="1"/>
          <p:nvPr/>
        </p:nvSpPr>
        <p:spPr>
          <a:xfrm>
            <a:off x="5645394" y="6474808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340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004D1B3-5815-4FA7-9F39-1BA82F130063}"/>
              </a:ext>
            </a:extLst>
          </p:cNvPr>
          <p:cNvCxnSpPr>
            <a:cxnSpLocks/>
          </p:cNvCxnSpPr>
          <p:nvPr/>
        </p:nvCxnSpPr>
        <p:spPr>
          <a:xfrm flipH="1" flipV="1">
            <a:off x="4466412" y="-117648"/>
            <a:ext cx="9617" cy="65892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F3B2661-453D-44D4-A3E3-9A9AD20B81F2}"/>
              </a:ext>
            </a:extLst>
          </p:cNvPr>
          <p:cNvCxnSpPr>
            <a:cxnSpLocks/>
          </p:cNvCxnSpPr>
          <p:nvPr/>
        </p:nvCxnSpPr>
        <p:spPr>
          <a:xfrm flipH="1" flipV="1">
            <a:off x="5972159" y="-90945"/>
            <a:ext cx="9617" cy="65892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F82F3AB-F994-4441-A2C9-820CD254EB64}"/>
              </a:ext>
            </a:extLst>
          </p:cNvPr>
          <p:cNvCxnSpPr>
            <a:cxnSpLocks/>
          </p:cNvCxnSpPr>
          <p:nvPr/>
        </p:nvCxnSpPr>
        <p:spPr>
          <a:xfrm flipH="1">
            <a:off x="935255" y="975439"/>
            <a:ext cx="5616625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50C4C85-4721-4E67-88C0-028154A08F74}"/>
              </a:ext>
            </a:extLst>
          </p:cNvPr>
          <p:cNvCxnSpPr>
            <a:cxnSpLocks/>
          </p:cNvCxnSpPr>
          <p:nvPr/>
        </p:nvCxnSpPr>
        <p:spPr>
          <a:xfrm>
            <a:off x="1131744" y="651104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B564B13-B409-4B73-AC0A-4D363F608C4E}"/>
              </a:ext>
            </a:extLst>
          </p:cNvPr>
          <p:cNvCxnSpPr>
            <a:cxnSpLocks/>
          </p:cNvCxnSpPr>
          <p:nvPr/>
        </p:nvCxnSpPr>
        <p:spPr>
          <a:xfrm>
            <a:off x="1228653" y="969938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2C7FF4A-4D56-4F5E-BD8D-A644BD80860E}"/>
              </a:ext>
            </a:extLst>
          </p:cNvPr>
          <p:cNvCxnSpPr>
            <a:cxnSpLocks/>
          </p:cNvCxnSpPr>
          <p:nvPr/>
        </p:nvCxnSpPr>
        <p:spPr>
          <a:xfrm flipV="1">
            <a:off x="1263651" y="651435"/>
            <a:ext cx="0" cy="3202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2F6BFD4-DFBB-43D6-A6F3-74357824061B}"/>
              </a:ext>
            </a:extLst>
          </p:cNvPr>
          <p:cNvCxnSpPr>
            <a:cxnSpLocks/>
          </p:cNvCxnSpPr>
          <p:nvPr/>
        </p:nvCxnSpPr>
        <p:spPr>
          <a:xfrm flipH="1">
            <a:off x="727866" y="1327540"/>
            <a:ext cx="56166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8E0FB69-0CBC-44F2-A4FD-6502E78C9367}"/>
              </a:ext>
            </a:extLst>
          </p:cNvPr>
          <p:cNvCxnSpPr>
            <a:cxnSpLocks/>
          </p:cNvCxnSpPr>
          <p:nvPr/>
        </p:nvCxnSpPr>
        <p:spPr>
          <a:xfrm flipH="1">
            <a:off x="991816" y="2996952"/>
            <a:ext cx="56166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36729FA-4F2A-4C7F-9BE0-CC0B05294141}"/>
              </a:ext>
            </a:extLst>
          </p:cNvPr>
          <p:cNvCxnSpPr>
            <a:cxnSpLocks/>
          </p:cNvCxnSpPr>
          <p:nvPr/>
        </p:nvCxnSpPr>
        <p:spPr>
          <a:xfrm>
            <a:off x="1136630" y="3919003"/>
            <a:ext cx="263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93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A2A303-E3EC-4978-B254-DAEE450C9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323"/>
          <a:stretch/>
        </p:blipFill>
        <p:spPr>
          <a:xfrm>
            <a:off x="0" y="-1"/>
            <a:ext cx="9840416" cy="687453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869053-F3E0-4B55-B296-4249EAE72093}"/>
              </a:ext>
            </a:extLst>
          </p:cNvPr>
          <p:cNvCxnSpPr>
            <a:cxnSpLocks/>
          </p:cNvCxnSpPr>
          <p:nvPr/>
        </p:nvCxnSpPr>
        <p:spPr>
          <a:xfrm>
            <a:off x="2607231" y="5589240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402092-D9F4-4108-8FFD-88D579AF43E6}"/>
              </a:ext>
            </a:extLst>
          </p:cNvPr>
          <p:cNvCxnSpPr>
            <a:cxnSpLocks/>
          </p:cNvCxnSpPr>
          <p:nvPr/>
        </p:nvCxnSpPr>
        <p:spPr>
          <a:xfrm>
            <a:off x="2319199" y="5579685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C997F4-3F3B-4ADC-8F41-D65FE5AB792D}"/>
              </a:ext>
            </a:extLst>
          </p:cNvPr>
          <p:cNvCxnSpPr>
            <a:cxnSpLocks/>
          </p:cNvCxnSpPr>
          <p:nvPr/>
        </p:nvCxnSpPr>
        <p:spPr>
          <a:xfrm>
            <a:off x="2031167" y="5568195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6C96B2-64CF-4DE9-B746-EE6D4408E4D9}"/>
              </a:ext>
            </a:extLst>
          </p:cNvPr>
          <p:cNvCxnSpPr>
            <a:cxnSpLocks/>
          </p:cNvCxnSpPr>
          <p:nvPr/>
        </p:nvCxnSpPr>
        <p:spPr>
          <a:xfrm>
            <a:off x="1742808" y="5557906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02E5BF-B691-4F12-B1FF-BC94415AF878}"/>
              </a:ext>
            </a:extLst>
          </p:cNvPr>
          <p:cNvCxnSpPr>
            <a:cxnSpLocks/>
          </p:cNvCxnSpPr>
          <p:nvPr/>
        </p:nvCxnSpPr>
        <p:spPr>
          <a:xfrm>
            <a:off x="1155304" y="5135880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E996BA-5EE3-427C-A644-14B0117937B7}"/>
              </a:ext>
            </a:extLst>
          </p:cNvPr>
          <p:cNvCxnSpPr>
            <a:cxnSpLocks/>
          </p:cNvCxnSpPr>
          <p:nvPr/>
        </p:nvCxnSpPr>
        <p:spPr>
          <a:xfrm flipV="1">
            <a:off x="2030840" y="5135880"/>
            <a:ext cx="0" cy="422026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5D21BB-F416-497C-BE4A-F06C9EA61A65}"/>
              </a:ext>
            </a:extLst>
          </p:cNvPr>
          <p:cNvCxnSpPr>
            <a:cxnSpLocks/>
          </p:cNvCxnSpPr>
          <p:nvPr/>
        </p:nvCxnSpPr>
        <p:spPr>
          <a:xfrm>
            <a:off x="1143874" y="4863465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CA665D-CBE1-4BD2-882D-E84226F835C9}"/>
              </a:ext>
            </a:extLst>
          </p:cNvPr>
          <p:cNvCxnSpPr>
            <a:cxnSpLocks/>
          </p:cNvCxnSpPr>
          <p:nvPr/>
        </p:nvCxnSpPr>
        <p:spPr>
          <a:xfrm flipV="1">
            <a:off x="1937495" y="5305425"/>
            <a:ext cx="0" cy="422026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617102-7728-443C-810F-7E530F9CEDFF}"/>
              </a:ext>
            </a:extLst>
          </p:cNvPr>
          <p:cNvCxnSpPr>
            <a:cxnSpLocks/>
          </p:cNvCxnSpPr>
          <p:nvPr/>
        </p:nvCxnSpPr>
        <p:spPr>
          <a:xfrm flipV="1">
            <a:off x="2044175" y="5402915"/>
            <a:ext cx="0" cy="4220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6B847B-2E12-4631-90C2-B128DD80007C}"/>
              </a:ext>
            </a:extLst>
          </p:cNvPr>
          <p:cNvCxnSpPr>
            <a:cxnSpLocks/>
          </p:cNvCxnSpPr>
          <p:nvPr/>
        </p:nvCxnSpPr>
        <p:spPr>
          <a:xfrm>
            <a:off x="6528048" y="5598795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6183D0-12D1-4A4D-82F5-87A16D100F61}"/>
              </a:ext>
            </a:extLst>
          </p:cNvPr>
          <p:cNvCxnSpPr>
            <a:cxnSpLocks/>
          </p:cNvCxnSpPr>
          <p:nvPr/>
        </p:nvCxnSpPr>
        <p:spPr>
          <a:xfrm>
            <a:off x="6240016" y="5517232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4D620D-AE0E-4C8E-A32C-196A41198473}"/>
              </a:ext>
            </a:extLst>
          </p:cNvPr>
          <p:cNvCxnSpPr>
            <a:cxnSpLocks/>
          </p:cNvCxnSpPr>
          <p:nvPr/>
        </p:nvCxnSpPr>
        <p:spPr>
          <a:xfrm flipV="1">
            <a:off x="6800840" y="1338606"/>
            <a:ext cx="0" cy="4309719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A56D6B-102B-4EB9-97F0-C663310FE0F5}"/>
              </a:ext>
            </a:extLst>
          </p:cNvPr>
          <p:cNvCxnSpPr>
            <a:cxnSpLocks/>
          </p:cNvCxnSpPr>
          <p:nvPr/>
        </p:nvCxnSpPr>
        <p:spPr>
          <a:xfrm flipH="1" flipV="1">
            <a:off x="763571" y="2618344"/>
            <a:ext cx="6052509" cy="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38F947-3C2F-469E-AA5D-45CE42741B91}"/>
              </a:ext>
            </a:extLst>
          </p:cNvPr>
          <p:cNvCxnSpPr>
            <a:cxnSpLocks/>
          </p:cNvCxnSpPr>
          <p:nvPr/>
        </p:nvCxnSpPr>
        <p:spPr>
          <a:xfrm flipV="1">
            <a:off x="7038083" y="1491006"/>
            <a:ext cx="0" cy="4309719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C0CEEB-0F23-4D03-8512-8D7D14716310}"/>
              </a:ext>
            </a:extLst>
          </p:cNvPr>
          <p:cNvCxnSpPr>
            <a:cxnSpLocks/>
          </p:cNvCxnSpPr>
          <p:nvPr/>
        </p:nvCxnSpPr>
        <p:spPr>
          <a:xfrm flipH="1" flipV="1">
            <a:off x="985574" y="3506167"/>
            <a:ext cx="6052509" cy="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01C406-ADE1-4E71-BC7B-E18DF5594BC4}"/>
              </a:ext>
            </a:extLst>
          </p:cNvPr>
          <p:cNvCxnSpPr>
            <a:cxnSpLocks/>
          </p:cNvCxnSpPr>
          <p:nvPr/>
        </p:nvCxnSpPr>
        <p:spPr>
          <a:xfrm flipV="1">
            <a:off x="6877199" y="1719017"/>
            <a:ext cx="0" cy="4309719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B941EEE-45B2-49C4-822A-56CFF7AD4A12}"/>
              </a:ext>
            </a:extLst>
          </p:cNvPr>
          <p:cNvCxnSpPr>
            <a:cxnSpLocks/>
          </p:cNvCxnSpPr>
          <p:nvPr/>
        </p:nvCxnSpPr>
        <p:spPr>
          <a:xfrm flipH="1" flipV="1">
            <a:off x="824690" y="1980399"/>
            <a:ext cx="6052509" cy="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49C692-67F7-496B-B96E-2AF16B579B5D}"/>
              </a:ext>
            </a:extLst>
          </p:cNvPr>
          <p:cNvCxnSpPr>
            <a:cxnSpLocks/>
          </p:cNvCxnSpPr>
          <p:nvPr/>
        </p:nvCxnSpPr>
        <p:spPr>
          <a:xfrm>
            <a:off x="6800840" y="5516438"/>
            <a:ext cx="288032" cy="0"/>
          </a:xfrm>
          <a:prstGeom prst="line">
            <a:avLst/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9182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44&quot;&gt;&lt;property id=&quot;20148&quot; value=&quot;5&quot;/&gt;&lt;property id=&quot;20300&quot; value=&quot;Slide 2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Poenar Daniel Puiu (Assoc Prof)</dc:creator>
  <cp:lastModifiedBy>Poenar Daniel Puiu (Assoc Prof)</cp:lastModifiedBy>
  <cp:revision>5</cp:revision>
  <dcterms:created xsi:type="dcterms:W3CDTF">2021-07-31T08:57:25Z</dcterms:created>
  <dcterms:modified xsi:type="dcterms:W3CDTF">2021-07-31T10:25:27Z</dcterms:modified>
</cp:coreProperties>
</file>